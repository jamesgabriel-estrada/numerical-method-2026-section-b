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Numerical Methods Laboratory Activity</a:t>
            </a:r>
          </a:p>
          <a:p>
            <a:r>
              <a:t>Series and Limits Convergence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Section A | Complete Python Implementation &amp;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1: Convergence to e</a:t>
            </a:r>
          </a:p>
        </p:txBody>
      </p:sp>
      <p:pic>
        <p:nvPicPr>
          <p:cNvPr id="3" name="Picture 2" descr="exercis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27758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2: Difference Quotient Settling</a:t>
            </a:r>
          </a:p>
        </p:txBody>
      </p:sp>
      <p:pic>
        <p:nvPicPr>
          <p:cNvPr id="3" name="Picture 2" descr="exercis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3: Taylor Series Expansion</a:t>
            </a:r>
          </a:p>
        </p:txBody>
      </p:sp>
      <p:pic>
        <p:nvPicPr>
          <p:cNvPr id="3" name="Picture 2" descr="exercis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27758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